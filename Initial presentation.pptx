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154c39a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154c39a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154c39a9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154c39a9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154c39a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154c39a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54c39a9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154c39a9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154c39a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154c39a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54c39a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154c39a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wind_lulls_m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50" y="0"/>
            <a:ext cx="665155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wind_lulls_to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5" y="83275"/>
            <a:ext cx="65322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wind_lulls_mean_common_q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00" y="43775"/>
            <a:ext cx="665155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wind_lulls_total_common_q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700"/>
            <a:ext cx="650904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6950150" y="266550"/>
            <a:ext cx="19941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P25 = 0.047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[wind capacity factor]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wind_lulls_REZ_over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8779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region_of_interest_RE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50" y="152400"/>
            <a:ext cx="605724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214600"/>
            <a:ext cx="85206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Sketch of how exactly hydrological drought and wind drought estimated!</a:t>
            </a:r>
            <a:endParaRPr b="1"/>
          </a:p>
        </p:txBody>
      </p:sp>
      <p:pic>
        <p:nvPicPr>
          <p:cNvPr id="86" name="Google Shape;86;p19" title="wind_lulls_hyd_lullstimeseries_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2700"/>
            <a:ext cx="8839204" cy="280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